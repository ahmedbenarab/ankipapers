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Start all four early.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HFrEF: drugs that save lives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ARNI (or ACEi/ARB)</a:t>
            </a:r>
          </a:p>
          <a:p>
            <a:pPr lvl="1"/>
            <a:r>
              <a:t>Titrate every 2 weeks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Switching ACEi to ARNI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28800"/>
            <a:ext cx="12700" cy="127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